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Sample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This slide has enough words for parsing.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