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0" y="100"/>
            <a:ext cx="500" cy="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Retikon PPTX fixture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